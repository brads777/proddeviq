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201168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Pet Wellness Platform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NovaPet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Alpha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Chen  •  Jordan Lee  •  Sam Patel  •  Morgan Davis  •  Riley Kim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8-Step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097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Communication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Discovery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Research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Pugh Rubric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49240" y="1097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 Process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205740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924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Pugh Matrix Selection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Specifications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388620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Requirements Doc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Communication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Structure &amp; Roles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</a:rPr>
              <a:t>Alex Chen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  —  Project Lead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30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</a:rPr>
              <a:t>Jordan Lee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  —  Market Research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5694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</a:rPr>
              <a:t>Sam Patel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  —  Technical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0083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</a:rPr>
              <a:t>Morgan Davis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  —  UX &amp;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447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</a:rPr>
              <a:t>Riley Kim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  —  Financial Analysis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691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</a:rPr>
              <a:t>TOOLS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B365D"/>
                </a:solidFill>
              </a:rPr>
              <a:t>Slack (daily), Zoom (weekly sync), Google Drive (shared docs)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</a:rPr>
              <a:t>CADENCE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B365D"/>
                </a:solidFill>
              </a:rPr>
              <a:t>Tuesdays &amp; Thursdays 6–7 PM, Sunday async check-in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3063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</a:rPr>
              <a:t>DECISIONS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B365D"/>
                </a:solidFill>
              </a:rPr>
              <a:t>Majority vote with project lead tie-breaker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</a:rPr>
              <a:t>NORMS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B365D"/>
                </a:solidFill>
              </a:rPr>
              <a:t>Rotating meeting facilitator, shared note-taking in Google Docs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Interest Discovery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560320" cy="219456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32004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Tech &amp; Wellness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market, personal interest across team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EdTech for K-12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addressable market, AI transformation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Sustainable Packaging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tailwinds, B2B opportunity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8046720" cy="822960"/>
          </a:xfrm>
          <a:prstGeom prst="rect">
            <a:avLst/>
          </a:prstGeom>
          <a:solidFill>
            <a:srgbClr val="F5F0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520440"/>
            <a:ext cx="73152" cy="8229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A35A"/>
                </a:solidFill>
              </a:rPr>
              <a:t>WHY THIS SEGMENT  </a:t>
            </a:r>
            <a:pPr indent="0" marL="0">
              <a:buNone/>
            </a:pPr>
            <a:r>
              <a:rPr lang="en-US" sz="1300" dirty="0">
                <a:solidFill>
                  <a:srgbClr val="1B365D"/>
                </a:solidFill>
              </a:rPr>
              <a:t>Fastest-growing consumer segment with clear pain points, team domain expertise, and strong AI application potential.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201168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 Research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into our chosen market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$320B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Pet Care Market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716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CAGR (2024-2030)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3716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48M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Pet-Owning Households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TRENDS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Humanization of pets driving premium product demand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Telehealth and remote monitoring adoption accelerating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840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AI/ML integration in diagnostics and preventive care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Subscription-based wellness plans replacing episodic vet visits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Pain 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11480" cy="41148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07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Healthcare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14447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owners only visit vets when symptoms appear, missing early warning signs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411480" cy="41148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21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Records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2359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data scattered across vets, apps, and paper files with no unified 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411480" cy="41148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Anxiety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720" y="32735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vet bills averaging $800-1500 create financial stress and delayed care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411480" cy="41148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50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Overload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8720" y="41879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online advice leads to confusion about pet nutrition and wellness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Weakness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Petcube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 + monitoring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health analytics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Whistle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GPS + activity tracking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AI insights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PetDesk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 appointment booking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preventive tools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Pawp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24/7 vet telehealth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data integration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566160"/>
            <a:ext cx="8046720" cy="777240"/>
          </a:xfrm>
          <a:prstGeom prst="rect">
            <a:avLst/>
          </a:prstGeom>
          <a:solidFill>
            <a:srgbClr val="F5F0E4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3566160"/>
            <a:ext cx="73152" cy="77724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5661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A35A"/>
                </a:solidFill>
              </a:rPr>
              <a:t>OPPORTUNITY GAP  </a:t>
            </a:r>
            <a:pPr indent="0" marL="0">
              <a:buNone/>
            </a:pPr>
            <a:r>
              <a:rPr lang="en-US" sz="1300" dirty="0">
                <a:solidFill>
                  <a:srgbClr val="1B365D"/>
                </a:solidFill>
              </a:rPr>
              <a:t>No competitor offers a unified AI-powered platform combining health records, predictive analytics, and telehealth in one experience.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Rubric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4572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Measure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Demand 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A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Quantifiable demand signals from research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Competitive Differentiation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A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Uniqueness vs existing solutions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Feasibility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A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be built with available technology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Potential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A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path to sustainable 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Pain Severity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A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acute is the problem for 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A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potential beyond initial market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Capability Fit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A3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Alignment with team skills and resources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</a:rPr>
              <a:t>SCORING: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0 = No evidence, 1 = Weak, 2 = Moderate, 3 = Strong, 4 = Exceptional</a:t>
            </a:r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</a:rPr>
              <a:t>     |     </a:t>
            </a:r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</a:rPr>
              <a:t>THRESHOLDS: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&gt;95% Continue, 90-95% Revise, &lt;90% Kill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SCAMPER Ideation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concepts generated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64008" cy="8229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353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vet visits with AI-powered symptom triage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64008" cy="8229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313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activity tracking + health records + telehealth into one platform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26080"/>
            <a:ext cx="64008" cy="8229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273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human wearable health algorithms to pet biometrics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886200"/>
            <a:ext cx="64008" cy="8229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59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233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wellness plans by breed, age, and pre-existing conditions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005840"/>
            <a:ext cx="64008" cy="8229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TO OTHER USES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4920" y="1353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aggregated anonymized data for veterinary research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965960"/>
            <a:ext cx="64008" cy="8229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4920" y="2313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need for manual health logging with automated tracking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926080"/>
            <a:ext cx="64008" cy="8229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4920" y="3273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vets proactively reach out when AI detects anomalies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Pugh Matrix Selection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257300"/>
                <a:gridCol w="1257300"/>
                <a:gridCol w="1257300"/>
                <a:gridCol w="12573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Wellness Hub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A3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Collar+App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 Network Platform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Food AI Coach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Demand Evidence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47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Competitive Differentiation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47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Feasibility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47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Potential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47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Pain Severity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47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Capability 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47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SCORE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A3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201168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Concept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Wellness Hub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weighted score across all criteria, strongest market demand evidence and competitive differentiation.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463040" cy="5943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45720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Specifications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MUST-HAVE FEATURES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594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572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view of pet health metrics, history, and alerts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54864" cy="594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Checker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258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symptom input with triage recommendations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51760"/>
            <a:ext cx="54864" cy="594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Record Integration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and sync records from participating veterinarians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EXCITEMENT FEATURES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80160"/>
            <a:ext cx="54864" cy="5943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Health Alerts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572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detects early warning signs before symptoms appear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96596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965960"/>
            <a:ext cx="54864" cy="5943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Video Consults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2258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telehealth with AI-prepared case summary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FEATURES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611880"/>
            <a:ext cx="54864" cy="594360"/>
          </a:xfrm>
          <a:prstGeom prst="rect">
            <a:avLst/>
          </a:prstGeom>
          <a:solidFill>
            <a:srgbClr val="D4772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Monitoring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3904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activity, sleep, and behavior pattern tracking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61188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611880"/>
            <a:ext cx="54864" cy="594360"/>
          </a:xfrm>
          <a:prstGeom prst="rect">
            <a:avLst/>
          </a:prstGeom>
          <a:solidFill>
            <a:srgbClr val="D4772C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Plans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3904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Breed/age-specific wellness and nutrition recommendations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201168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Requirements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initial PRD for the selected concept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solidFill>
            <a:srgbClr val="B040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owners lack proactive, unified health management tools, leading to reactive care, fragmented records, and unexpected costs.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pet wellness platform that consolidates health data, provides predictive insights, and connects owners with veterinary care proactively.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594360"/>
          </a:xfrm>
          <a:prstGeom prst="rect">
            <a:avLst/>
          </a:prstGeom>
          <a:solidFill>
            <a:srgbClr val="F5F0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40480"/>
            <a:ext cx="73152" cy="5943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A35A"/>
                </a:solidFill>
              </a:rPr>
              <a:t>TARGET USER  </a:t>
            </a:r>
            <a:pPr indent="0" marL="0">
              <a:buNone/>
            </a:pPr>
            <a:r>
              <a:rPr lang="en-US" sz="1300" dirty="0">
                <a:solidFill>
                  <a:srgbClr val="1B365D"/>
                </a:solidFill>
              </a:rPr>
              <a:t>Tech-savvy pet owners (25-45) with dogs/cats, willing to invest in preventive pet health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54864" cy="64008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188720"/>
            <a:ext cx="365760" cy="36576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0515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symptom triage and health scoring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01368"/>
            <a:ext cx="54864" cy="64008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938528"/>
            <a:ext cx="365760" cy="36576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80136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pet health record dashboard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51176"/>
            <a:ext cx="54864" cy="64008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2688336"/>
            <a:ext cx="365760" cy="36576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688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551176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wellness alerts based on behavior patterns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30098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300984"/>
            <a:ext cx="54864" cy="64008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438144"/>
            <a:ext cx="365760" cy="36576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38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30098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telehealth with vet network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05079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050792"/>
            <a:ext cx="54864" cy="64008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187952"/>
            <a:ext cx="365760" cy="365760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05079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nutrition and exercise plans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18872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188720"/>
            <a:ext cx="196596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4630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(Year 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18872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14600" y="1188720"/>
            <a:ext cx="196596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4630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97480" y="26517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Rating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196596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630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892040" y="26517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Visit Reduction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18872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188720"/>
            <a:ext cx="196596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4630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086600" y="26517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Retention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Market Opportunity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pet care market at $320B with 7.2% CAGR shows strong growth potential.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1188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Through Rigor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concepts generated, evaluated against 7 weighted criteria using dual-model analysis.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4652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Development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24688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Wellness Hub scored 92.4% with clear specifications across must-have, performance, and excitement features.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201168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NovaPet  |  AI-Powered Pet Wellness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Alpha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MKT2700 Product Design &amp; Development • Northeastern University •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NovaPet - AI-Powered Pet Wellness Platform</dc:title>
  <dc:subject>PptxGenJS Presentation</dc:subject>
  <dc:creator>Team Alpha</dc:creator>
  <cp:lastModifiedBy>Team Alpha</cp:lastModifiedBy>
  <cp:revision>1</cp:revision>
  <dcterms:created xsi:type="dcterms:W3CDTF">2026-02-05T02:05:16Z</dcterms:created>
  <dcterms:modified xsi:type="dcterms:W3CDTF">2026-02-05T02:05:16Z</dcterms:modified>
</cp:coreProperties>
</file>